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4AAC51-1847-5E34-18EA-4A644BE47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D3E2D59-9CBB-2E38-D582-DE6EE21E68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4DA611-6044-B9D8-5F24-BA0311CD4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FC567-C965-4FAF-B095-430084F9F67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5AF271-18ED-25A9-E6AF-2014ABBD1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A0E7EF-68E3-0FE3-EAB0-00DCD4B02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C2E5-5452-44EA-9AC3-8494181106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566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D25803-D7C2-729C-AF09-83637781D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EA364F-D471-7A81-E466-04A221AF5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E27A53-43A4-823E-5143-D6ABB9ED2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FC567-C965-4FAF-B095-430084F9F67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AEAD87-0A43-C561-A9E0-DD840DBD5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6BCE7D-4053-2679-8A39-C7A082C3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C2E5-5452-44EA-9AC3-8494181106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1193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6E9FE9-A78F-7924-E4E2-7347FAF6C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A8BA6E-4133-7EDE-4CD9-C788F8F78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9B455F-E774-8C29-F263-65151C15C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FC567-C965-4FAF-B095-430084F9F67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6B7D3C-1EAC-909E-6D60-D5815A5BE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ECC9BC-CE27-69DD-238E-669F66716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C2E5-5452-44EA-9AC3-8494181106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9735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56879A-300D-7AF5-6C47-872BBAD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7EC1D3-AE2E-0D32-1F7D-C15F31A0D6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701B42B-68C4-B6F7-9690-C1B9EC6F2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77A980-70C9-3E13-A644-D03BD6711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FC567-C965-4FAF-B095-430084F9F67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263910-9A66-A827-CD43-611713A8A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57CDCA-7A22-B19B-BB3B-E79F91B7D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C2E5-5452-44EA-9AC3-8494181106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7750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E323FE-801F-47AC-EC3D-D9D7DED4F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FA8C691-BC88-1A13-4762-863D1FC64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27DB2D7-8340-7B09-D34E-BA103A79B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CF029F5-92AE-B593-B9B3-F351396BC7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F6F82AC-8C20-417E-2EDF-F329BB32F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24D5F7F-0CE7-A144-C767-BF749592D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FC567-C965-4FAF-B095-430084F9F67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D06FDB5-D523-2499-575F-0E98305C1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269ECAF-5DD2-7213-FD63-4D1D501BF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C2E5-5452-44EA-9AC3-8494181106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6698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2A7955-BD69-62B4-E195-CF8FBE6A6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52F3A08-A3B2-E821-2AB5-5DB1D465E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FC567-C965-4FAF-B095-430084F9F67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C4BEEE0-4F00-3539-46CF-5FCA3A854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880F3F9-0439-16E9-959C-F8FB7A1B9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C2E5-5452-44EA-9AC3-8494181106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1975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1967232-E6DC-24C5-EECC-D90E912FD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FC567-C965-4FAF-B095-430084F9F67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19A53AB-8DA5-B6A4-A32A-512F6FB79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F40B35-0BF7-E89F-C48A-A7EC2FE50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C2E5-5452-44EA-9AC3-8494181106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087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AD801A-52A1-867F-E2E2-CA0E94F64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60E671-B86C-A1DD-E743-C9EA8E854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F8DF0DF-704B-558C-31C0-E5DD53D06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1B87D9A-FE7E-B560-1541-232592F9A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FC567-C965-4FAF-B095-430084F9F67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92DA37-1066-54F1-5CA4-54958896E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76C107F-BF47-9C94-8B6D-C0FBC85AE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C2E5-5452-44EA-9AC3-8494181106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533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9F549E-F012-4986-CD5B-27F363998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52597E9-31F3-1A57-86E6-32B20C8600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75E18C-1127-D466-B60D-951223BBB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D80B07D-021A-D53E-13F1-76FD068E8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FC567-C965-4FAF-B095-430084F9F67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E49FD0D-5C80-977B-C04B-E5A8710FC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B2B8DC5-309A-2F41-608B-2A39A7B0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C2E5-5452-44EA-9AC3-8494181106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7229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968499-499D-DB8F-64C1-C2F688A93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7F33802-5667-D699-7D11-14F374232B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7B608D-B17E-7BEB-6B92-C5E3D2081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FC567-C965-4FAF-B095-430084F9F67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69E0BA-B53A-0586-30B1-AA8FD085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14203F-D6D1-F47A-790C-0EE526099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C2E5-5452-44EA-9AC3-8494181106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018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DA6FCB0-A341-D07D-15DD-44C1600BE5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613310A-FCD3-FDF9-CFF5-659C5DBE9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81E181-A84E-831C-E5C2-8DFEFA4C1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FC567-C965-4FAF-B095-430084F9F67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79B896-A613-8B12-CE07-16BBA6998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568762-32D6-7ABB-5BC7-8229873D8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C2E5-5452-44EA-9AC3-8494181106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1286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2F38E9-2474-BDA7-CFE0-3B8FC6EB3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220F1B-1494-93E2-728B-10F81F203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0C52C7-8E6E-5734-B182-24E07BF358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FC567-C965-4FAF-B095-430084F9F67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6DB68D-37F2-1B21-238B-89CB6AD441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C6A155-21FB-E343-67D0-435CDC6F2C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7C2E5-5452-44EA-9AC3-8494181106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59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10C184-50D9-CD2C-56A7-398C55F707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Kosmicheskie</a:t>
            </a:r>
            <a:r>
              <a:rPr lang="en-US" dirty="0"/>
              <a:t> </a:t>
            </a:r>
            <a:r>
              <a:rPr lang="en-US" dirty="0" err="1"/>
              <a:t>Zashitniki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EC7A588-E3CB-0EC7-F735-47FBB8569E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Python Project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8459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8F6224-DFCF-52CE-C35B-EDD3E00A5858}"/>
              </a:ext>
            </a:extLst>
          </p:cNvPr>
          <p:cNvSpPr txBox="1"/>
          <p:nvPr/>
        </p:nvSpPr>
        <p:spPr>
          <a:xfrm>
            <a:off x="506994" y="425513"/>
            <a:ext cx="2734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Библиотеки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801223-E1CD-E2E3-C203-C8603E685741}"/>
              </a:ext>
            </a:extLst>
          </p:cNvPr>
          <p:cNvSpPr txBox="1"/>
          <p:nvPr/>
        </p:nvSpPr>
        <p:spPr>
          <a:xfrm>
            <a:off x="606581" y="887240"/>
            <a:ext cx="40559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Arcade</a:t>
            </a:r>
            <a:r>
              <a:rPr lang="en-US" dirty="0"/>
              <a:t> – </a:t>
            </a:r>
            <a:r>
              <a:rPr lang="ru-RU" dirty="0"/>
              <a:t>Взаимодействие с игрой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Sqlite3 – </a:t>
            </a:r>
            <a:r>
              <a:rPr lang="ru-RU" dirty="0"/>
              <a:t>Сохранение рекордов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Random</a:t>
            </a:r>
            <a:r>
              <a:rPr lang="en-US" dirty="0"/>
              <a:t> – </a:t>
            </a:r>
            <a:r>
              <a:rPr lang="ru-RU" dirty="0"/>
              <a:t>Разнообразие игры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Datetime </a:t>
            </a:r>
            <a:r>
              <a:rPr lang="en-US" dirty="0"/>
              <a:t>– </a:t>
            </a:r>
            <a:r>
              <a:rPr lang="ru-RU" dirty="0"/>
              <a:t>Фиксирование рекордов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Time </a:t>
            </a:r>
            <a:r>
              <a:rPr lang="ru-RU" b="1" dirty="0"/>
              <a:t>– </a:t>
            </a:r>
            <a:r>
              <a:rPr lang="ru-RU" dirty="0"/>
              <a:t>Баланс игры</a:t>
            </a:r>
            <a:endParaRPr lang="ru-RU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25AC34-4CA0-94F6-0233-3D260A057FA1}"/>
              </a:ext>
            </a:extLst>
          </p:cNvPr>
          <p:cNvSpPr txBox="1"/>
          <p:nvPr/>
        </p:nvSpPr>
        <p:spPr>
          <a:xfrm>
            <a:off x="8455937" y="425513"/>
            <a:ext cx="94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Arcade</a:t>
            </a:r>
            <a:endParaRPr lang="ru-RU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EB193D-1C2D-4051-67B9-1FC69B000ED4}"/>
              </a:ext>
            </a:extLst>
          </p:cNvPr>
          <p:cNvSpPr txBox="1"/>
          <p:nvPr/>
        </p:nvSpPr>
        <p:spPr>
          <a:xfrm>
            <a:off x="5251010" y="1059255"/>
            <a:ext cx="65637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arcade.Window</a:t>
            </a:r>
            <a:r>
              <a:rPr lang="ru-RU" b="1" dirty="0"/>
              <a:t> – </a:t>
            </a:r>
            <a:r>
              <a:rPr lang="ru-RU" dirty="0"/>
              <a:t>создание окна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arcade.run</a:t>
            </a:r>
            <a:r>
              <a:rPr lang="en-US" b="1" dirty="0"/>
              <a:t>()</a:t>
            </a:r>
            <a:r>
              <a:rPr lang="ru-RU" b="1" dirty="0"/>
              <a:t> – </a:t>
            </a:r>
            <a:r>
              <a:rPr lang="ru-RU" dirty="0"/>
              <a:t>постоянный цикл команд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on_draw</a:t>
            </a:r>
            <a:r>
              <a:rPr lang="en-US" b="1" dirty="0"/>
              <a:t>() </a:t>
            </a:r>
            <a:r>
              <a:rPr lang="ru-RU" dirty="0"/>
              <a:t>и</a:t>
            </a:r>
            <a:r>
              <a:rPr lang="ru-RU" b="1" dirty="0"/>
              <a:t>  </a:t>
            </a:r>
            <a:r>
              <a:rPr lang="en-US" b="1" dirty="0" err="1"/>
              <a:t>on_update</a:t>
            </a:r>
            <a:r>
              <a:rPr lang="en-US" b="1" dirty="0"/>
              <a:t>() – </a:t>
            </a:r>
            <a:r>
              <a:rPr lang="ru-RU" dirty="0"/>
              <a:t>для отрисовки спрайтов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Обработка мышки и клавиатуры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check_for_collision_with_list</a:t>
            </a:r>
            <a:r>
              <a:rPr lang="ru-RU" b="1" dirty="0"/>
              <a:t> – </a:t>
            </a:r>
            <a:r>
              <a:rPr lang="ru-RU" dirty="0"/>
              <a:t>создаёт </a:t>
            </a:r>
            <a:r>
              <a:rPr lang="ru-RU" dirty="0" err="1"/>
              <a:t>хитбоксы</a:t>
            </a:r>
            <a:r>
              <a:rPr lang="ru-RU" dirty="0"/>
              <a:t> объектов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40D03-F14A-E0DE-035F-0BFD81EB4E07}"/>
              </a:ext>
            </a:extLst>
          </p:cNvPr>
          <p:cNvSpPr txBox="1"/>
          <p:nvPr/>
        </p:nvSpPr>
        <p:spPr>
          <a:xfrm>
            <a:off x="1682436" y="2628978"/>
            <a:ext cx="8827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Корректировка позиции объектов фиксирование попаданий и подсчёт очков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455420-63E8-1310-D28B-2ECC7352D0FF}"/>
              </a:ext>
            </a:extLst>
          </p:cNvPr>
          <p:cNvSpPr txBox="1"/>
          <p:nvPr/>
        </p:nvSpPr>
        <p:spPr>
          <a:xfrm>
            <a:off x="606581" y="3286408"/>
            <a:ext cx="263456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Чтобы корабль не вылетал за границы экрана используются </a:t>
            </a:r>
            <a:r>
              <a:rPr lang="en-US" sz="1600" b="1" dirty="0" err="1"/>
              <a:t>self.top</a:t>
            </a:r>
            <a:r>
              <a:rPr lang="en-US" sz="1600" dirty="0"/>
              <a:t>,</a:t>
            </a:r>
            <a:r>
              <a:rPr lang="ru-RU" sz="1600" dirty="0"/>
              <a:t> </a:t>
            </a:r>
            <a:r>
              <a:rPr lang="en-US" sz="1600" b="1" dirty="0" err="1"/>
              <a:t>self.bottom</a:t>
            </a:r>
            <a:r>
              <a:rPr lang="en-US" sz="1600" dirty="0"/>
              <a:t>,</a:t>
            </a:r>
            <a:r>
              <a:rPr lang="ru-RU" sz="1600" dirty="0"/>
              <a:t> </a:t>
            </a:r>
            <a:r>
              <a:rPr lang="en-US" sz="1600" b="1" dirty="0" err="1"/>
              <a:t>self.right</a:t>
            </a:r>
            <a:r>
              <a:rPr lang="en-US" sz="1600" dirty="0"/>
              <a:t>,</a:t>
            </a:r>
            <a:r>
              <a:rPr lang="ru-RU" sz="1600" dirty="0"/>
              <a:t> </a:t>
            </a:r>
            <a:r>
              <a:rPr lang="en-US" sz="1600" b="1" dirty="0" err="1"/>
              <a:t>self.left</a:t>
            </a:r>
            <a:r>
              <a:rPr lang="ru-RU" sz="1600" b="1" dirty="0"/>
              <a:t> </a:t>
            </a:r>
            <a:r>
              <a:rPr lang="ru-RU" sz="1600" dirty="0"/>
              <a:t>находится ли корабль за границей экрана</a:t>
            </a:r>
            <a:r>
              <a:rPr lang="en-US" sz="1600" dirty="0"/>
              <a:t>,</a:t>
            </a:r>
            <a:r>
              <a:rPr lang="ru-RU" sz="1600" dirty="0"/>
              <a:t> они определяются автоматически</a:t>
            </a:r>
            <a:r>
              <a:rPr lang="en-US" sz="1600" dirty="0"/>
              <a:t>.</a:t>
            </a:r>
            <a:r>
              <a:rPr lang="ru-RU" sz="1600" dirty="0"/>
              <a:t> Если бы был </a:t>
            </a:r>
            <a:r>
              <a:rPr lang="en-US" sz="1600" b="1" dirty="0" err="1"/>
              <a:t>center_y</a:t>
            </a:r>
            <a:r>
              <a:rPr lang="en-US" sz="1600" b="1" dirty="0"/>
              <a:t> </a:t>
            </a:r>
            <a:r>
              <a:rPr lang="en-US" sz="1600" b="1" dirty="0" err="1"/>
              <a:t>center_x</a:t>
            </a:r>
            <a:r>
              <a:rPr lang="en-US" sz="1600" b="1" dirty="0"/>
              <a:t> </a:t>
            </a:r>
            <a:r>
              <a:rPr lang="ru-RU" sz="1600" dirty="0"/>
              <a:t>то высота была бы за экраном ведь спрайт корабля 50 пикселей а размер кона 600</a:t>
            </a:r>
            <a:r>
              <a:rPr lang="en-US" sz="1600" dirty="0"/>
              <a:t>,</a:t>
            </a:r>
            <a:r>
              <a:rPr lang="ru-RU" sz="1600" dirty="0"/>
              <a:t> т</a:t>
            </a:r>
            <a:r>
              <a:rPr lang="en-US" sz="1600" dirty="0"/>
              <a:t>.</a:t>
            </a:r>
            <a:r>
              <a:rPr lang="ru-RU" sz="1600" dirty="0"/>
              <a:t>е</a:t>
            </a:r>
            <a:r>
              <a:rPr lang="en-US" sz="1600" dirty="0"/>
              <a:t>.</a:t>
            </a:r>
            <a:r>
              <a:rPr lang="ru-RU" sz="1600" dirty="0"/>
              <a:t> максимальная высота была бы 650</a:t>
            </a:r>
            <a:r>
              <a:rPr lang="en-US" sz="1600" dirty="0"/>
              <a:t>.</a:t>
            </a:r>
            <a:endParaRPr lang="ru-RU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183AD0-16A2-07F7-6C9B-E21AC4E71EBB}"/>
              </a:ext>
            </a:extLst>
          </p:cNvPr>
          <p:cNvSpPr txBox="1"/>
          <p:nvPr/>
        </p:nvSpPr>
        <p:spPr>
          <a:xfrm>
            <a:off x="805758" y="2957693"/>
            <a:ext cx="1928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Позиция корабля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712706-2D6C-5C62-9F75-47E4BD167CF5}"/>
              </a:ext>
            </a:extLst>
          </p:cNvPr>
          <p:cNvSpPr txBox="1"/>
          <p:nvPr/>
        </p:nvSpPr>
        <p:spPr>
          <a:xfrm>
            <a:off x="4472411" y="2957693"/>
            <a:ext cx="1419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Попадания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2FC931-0376-4991-FCE3-8973E7FF715E}"/>
              </a:ext>
            </a:extLst>
          </p:cNvPr>
          <p:cNvSpPr txBox="1"/>
          <p:nvPr/>
        </p:nvSpPr>
        <p:spPr>
          <a:xfrm>
            <a:off x="7393663" y="2958500"/>
            <a:ext cx="2139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Очки и результаты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53428A-CAA9-48A4-6796-2FF9763A1A35}"/>
              </a:ext>
            </a:extLst>
          </p:cNvPr>
          <p:cNvSpPr txBox="1"/>
          <p:nvPr/>
        </p:nvSpPr>
        <p:spPr>
          <a:xfrm>
            <a:off x="3914868" y="3286408"/>
            <a:ext cx="253497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Чтобы выпустить пулю берём </a:t>
            </a:r>
            <a:r>
              <a:rPr lang="en-US" sz="1600" b="1" dirty="0" err="1"/>
              <a:t>self.player.top</a:t>
            </a:r>
            <a:r>
              <a:rPr lang="en-US" sz="1600" b="1" dirty="0"/>
              <a:t>,</a:t>
            </a:r>
            <a:r>
              <a:rPr lang="en-US" sz="1600" dirty="0"/>
              <a:t> </a:t>
            </a:r>
            <a:r>
              <a:rPr lang="ru-RU" sz="1600" dirty="0"/>
              <a:t>которая летит по высоте и при попадании фиксируется в кого попала</a:t>
            </a:r>
            <a:r>
              <a:rPr lang="en-US" sz="1600" dirty="0"/>
              <a:t>,</a:t>
            </a:r>
            <a:r>
              <a:rPr lang="ru-RU" sz="1600" dirty="0"/>
              <a:t> потом вызывается нужная функция</a:t>
            </a:r>
            <a:r>
              <a:rPr lang="en-US" sz="1600" dirty="0"/>
              <a:t>,</a:t>
            </a:r>
            <a:r>
              <a:rPr lang="ru-RU" sz="1600" dirty="0"/>
              <a:t> определяющая действие и очки. Если в нашего корабля попали или он столкнулся с стеной</a:t>
            </a:r>
            <a:r>
              <a:rPr lang="en-US" sz="1600" dirty="0"/>
              <a:t>,</a:t>
            </a:r>
            <a:r>
              <a:rPr lang="ru-RU" sz="1600" dirty="0"/>
              <a:t> то исход один – смерть</a:t>
            </a:r>
            <a:r>
              <a:rPr lang="en-US" sz="1600" dirty="0"/>
              <a:t>.</a:t>
            </a:r>
            <a:endParaRPr lang="ru-RU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2D7B1B-A74B-EB4B-C2F9-0BD0E2CF88B4}"/>
              </a:ext>
            </a:extLst>
          </p:cNvPr>
          <p:cNvSpPr txBox="1"/>
          <p:nvPr/>
        </p:nvSpPr>
        <p:spPr>
          <a:xfrm>
            <a:off x="6790099" y="3316307"/>
            <a:ext cx="312872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Очками можно не только хвастаться</a:t>
            </a:r>
            <a:r>
              <a:rPr lang="en-US" sz="1600" dirty="0"/>
              <a:t>,</a:t>
            </a:r>
            <a:r>
              <a:rPr lang="ru-RU" sz="1600" dirty="0"/>
              <a:t> но они ещё </a:t>
            </a:r>
            <a:r>
              <a:rPr lang="ru-RU" sz="1600" b="1" dirty="0"/>
              <a:t>усложняют игру</a:t>
            </a:r>
            <a:r>
              <a:rPr lang="en-US" sz="1600" b="1" dirty="0"/>
              <a:t>, </a:t>
            </a:r>
            <a:r>
              <a:rPr lang="ru-RU" sz="1600" dirty="0"/>
              <a:t>увеличивая скорость пуль и врагов </a:t>
            </a:r>
            <a:r>
              <a:rPr lang="en-US" sz="1600" dirty="0"/>
              <a:t>,</a:t>
            </a:r>
            <a:r>
              <a:rPr lang="ru-RU" sz="1600" dirty="0"/>
              <a:t> добавляя сложности в игру</a:t>
            </a:r>
            <a:r>
              <a:rPr lang="en-US" sz="1600" dirty="0"/>
              <a:t>,</a:t>
            </a:r>
            <a:r>
              <a:rPr lang="ru-RU" sz="1600" dirty="0"/>
              <a:t>каждый враг имеет свой </a:t>
            </a:r>
            <a:r>
              <a:rPr lang="ru-RU" sz="1600" b="1" dirty="0"/>
              <a:t>коэффициент очков</a:t>
            </a:r>
            <a:r>
              <a:rPr lang="ru-RU" sz="1600" dirty="0"/>
              <a:t> за поражение</a:t>
            </a:r>
            <a:r>
              <a:rPr lang="en-US" sz="1600" dirty="0"/>
              <a:t>.</a:t>
            </a:r>
            <a:r>
              <a:rPr lang="ru-RU" sz="1600" dirty="0"/>
              <a:t> После его устранения очки добавляются к счёту и выводятся в верхнем левом углу</a:t>
            </a:r>
            <a:r>
              <a:rPr lang="en-US" sz="1600" dirty="0"/>
              <a:t>.</a:t>
            </a:r>
            <a:r>
              <a:rPr lang="ru-RU" sz="1600" dirty="0"/>
              <a:t> Также можно сохранить результат после проигрыша вписав имя на </a:t>
            </a:r>
            <a:r>
              <a:rPr lang="en-US" sz="1600" b="1" dirty="0"/>
              <a:t>Enter</a:t>
            </a:r>
            <a:r>
              <a:rPr lang="en-US" sz="1600" dirty="0"/>
              <a:t> </a:t>
            </a:r>
            <a:r>
              <a:rPr lang="ru-RU" sz="1600" dirty="0"/>
              <a:t>или начать с начала на </a:t>
            </a:r>
            <a:r>
              <a:rPr lang="en-US" sz="1600" b="1" dirty="0"/>
              <a:t>R,</a:t>
            </a:r>
            <a:r>
              <a:rPr lang="ru-RU" sz="1600" b="1" dirty="0"/>
              <a:t> </a:t>
            </a:r>
            <a:r>
              <a:rPr lang="ru-RU" sz="1600" dirty="0"/>
              <a:t>а на </a:t>
            </a:r>
            <a:r>
              <a:rPr lang="en-US" sz="1600" b="1" dirty="0"/>
              <a:t>Tab</a:t>
            </a:r>
            <a:r>
              <a:rPr lang="en-US" sz="1600" dirty="0"/>
              <a:t> </a:t>
            </a:r>
            <a:r>
              <a:rPr lang="ru-RU" sz="1600" dirty="0"/>
              <a:t>посмотреть таблицу лидеров.</a:t>
            </a:r>
            <a:endParaRPr lang="ru-RU" sz="1600" b="1" dirty="0"/>
          </a:p>
        </p:txBody>
      </p:sp>
    </p:spTree>
    <p:extLst>
      <p:ext uri="{BB962C8B-B14F-4D97-AF65-F5344CB8AC3E}">
        <p14:creationId xmlns:p14="http://schemas.microsoft.com/office/powerpoint/2010/main" val="403340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2A12B8-5CA2-BE4E-0D17-5652B3EACDF5}"/>
              </a:ext>
            </a:extLst>
          </p:cNvPr>
          <p:cNvSpPr txBox="1"/>
          <p:nvPr/>
        </p:nvSpPr>
        <p:spPr>
          <a:xfrm>
            <a:off x="6606767" y="430969"/>
            <a:ext cx="1124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Datetime</a:t>
            </a:r>
            <a:endParaRPr lang="ru-RU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035D69-5ECB-91AF-5447-126CECBB309F}"/>
              </a:ext>
            </a:extLst>
          </p:cNvPr>
          <p:cNvSpPr txBox="1"/>
          <p:nvPr/>
        </p:nvSpPr>
        <p:spPr>
          <a:xfrm>
            <a:off x="4026529" y="430969"/>
            <a:ext cx="11248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Random</a:t>
            </a:r>
          </a:p>
          <a:p>
            <a:endParaRPr lang="ru-RU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A71B97-A248-7B3E-0BAC-2AE9E2451F3B}"/>
              </a:ext>
            </a:extLst>
          </p:cNvPr>
          <p:cNvSpPr txBox="1"/>
          <p:nvPr/>
        </p:nvSpPr>
        <p:spPr>
          <a:xfrm>
            <a:off x="812549" y="430969"/>
            <a:ext cx="1034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Sqlite3</a:t>
            </a:r>
            <a:endParaRPr lang="ru-RU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7D386A-2B31-0E9A-5552-23C9966CFEB0}"/>
              </a:ext>
            </a:extLst>
          </p:cNvPr>
          <p:cNvSpPr txBox="1"/>
          <p:nvPr/>
        </p:nvSpPr>
        <p:spPr>
          <a:xfrm>
            <a:off x="9701543" y="430969"/>
            <a:ext cx="11248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Time</a:t>
            </a:r>
          </a:p>
          <a:p>
            <a:endParaRPr lang="ru-RU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86E9B9-3473-E7D5-F21D-E19FB9208570}"/>
              </a:ext>
            </a:extLst>
          </p:cNvPr>
          <p:cNvSpPr txBox="1"/>
          <p:nvPr/>
        </p:nvSpPr>
        <p:spPr>
          <a:xfrm>
            <a:off x="6273674" y="958768"/>
            <a:ext cx="20551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Используется для фиксирования момента рекорда.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018B36-8942-71F1-BCAE-F81228E70CE5}"/>
              </a:ext>
            </a:extLst>
          </p:cNvPr>
          <p:cNvSpPr txBox="1"/>
          <p:nvPr/>
        </p:nvSpPr>
        <p:spPr>
          <a:xfrm>
            <a:off x="3702867" y="1004935"/>
            <a:ext cx="20551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Отвечает за: количество врагов</a:t>
            </a:r>
            <a:r>
              <a:rPr lang="en-US" dirty="0"/>
              <a:t>,</a:t>
            </a:r>
            <a:r>
              <a:rPr lang="ru-RU" dirty="0"/>
              <a:t> где </a:t>
            </a:r>
            <a:r>
              <a:rPr lang="ru-RU" dirty="0" err="1"/>
              <a:t>заспавнятся</a:t>
            </a:r>
            <a:r>
              <a:rPr lang="ru-RU" dirty="0"/>
              <a:t> и другие детали </a:t>
            </a:r>
            <a:r>
              <a:rPr lang="en-US" dirty="0"/>
              <a:t>,</a:t>
            </a:r>
            <a:r>
              <a:rPr lang="ru-RU" dirty="0"/>
              <a:t>которые являются случайными.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77BCBF-131E-4B14-5545-269E2A41EDA2}"/>
              </a:ext>
            </a:extLst>
          </p:cNvPr>
          <p:cNvSpPr txBox="1"/>
          <p:nvPr/>
        </p:nvSpPr>
        <p:spPr>
          <a:xfrm>
            <a:off x="523970" y="1023042"/>
            <a:ext cx="2227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Фиксирование и изменения в таблице рекордов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D230FC-363E-1CA7-CA7C-D909EDDC5D8D}"/>
              </a:ext>
            </a:extLst>
          </p:cNvPr>
          <p:cNvSpPr txBox="1"/>
          <p:nvPr/>
        </p:nvSpPr>
        <p:spPr>
          <a:xfrm>
            <a:off x="9189267" y="931545"/>
            <a:ext cx="22905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Перезарядка стрельбы игрока или врага.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89F157-2E80-3685-C60D-DCE44B83371D}"/>
              </a:ext>
            </a:extLst>
          </p:cNvPr>
          <p:cNvSpPr txBox="1"/>
          <p:nvPr/>
        </p:nvSpPr>
        <p:spPr>
          <a:xfrm>
            <a:off x="3960891" y="4436198"/>
            <a:ext cx="35942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Каждая из библиотек делает свою по важности функцию</a:t>
            </a:r>
            <a:r>
              <a:rPr lang="en-US" b="1" dirty="0"/>
              <a:t>,</a:t>
            </a:r>
            <a:r>
              <a:rPr lang="ru-RU" b="1" dirty="0"/>
              <a:t> даже если она мала</a:t>
            </a:r>
            <a:r>
              <a:rPr lang="en-US" b="1" dirty="0"/>
              <a:t>,</a:t>
            </a:r>
            <a:r>
              <a:rPr lang="ru-RU" b="1" dirty="0"/>
              <a:t> игра была б другой.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007C382-7414-C858-D8D0-469013093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477" y="2911605"/>
            <a:ext cx="3716706" cy="355003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BC54CFD-66FE-B851-FFB3-953BADA86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57" y="2069235"/>
            <a:ext cx="2933700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94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C45965-C436-3F1F-2132-FB5F1AFF8348}"/>
              </a:ext>
            </a:extLst>
          </p:cNvPr>
          <p:cNvSpPr txBox="1"/>
          <p:nvPr/>
        </p:nvSpPr>
        <p:spPr>
          <a:xfrm>
            <a:off x="3404101" y="1892174"/>
            <a:ext cx="5631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После ознакомлением с функционалом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A3D6E8-C73E-3D8B-8B02-53E796DB0865}"/>
              </a:ext>
            </a:extLst>
          </p:cNvPr>
          <p:cNvSpPr txBox="1"/>
          <p:nvPr/>
        </p:nvSpPr>
        <p:spPr>
          <a:xfrm>
            <a:off x="4153278" y="2353839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/>
              <a:t>Перейдём к показу</a:t>
            </a:r>
            <a:endParaRPr lang="ru-RU" sz="3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BA97087-C2C5-E1D6-E714-5DBD015C0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89" y="2266492"/>
            <a:ext cx="3279429" cy="442659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E7494CD-8853-ED7E-A09A-00D11B492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257" y="3188337"/>
            <a:ext cx="3515949" cy="350475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2C791A1-C532-3BEA-92CE-A31619440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5304" y="295984"/>
            <a:ext cx="6181725" cy="159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02483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338</Words>
  <Application>Microsoft Office PowerPoint</Application>
  <PresentationFormat>Широкоэкранный</PresentationFormat>
  <Paragraphs>32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Kosmicheskie Zashitniki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12</dc:creator>
  <cp:lastModifiedBy>12</cp:lastModifiedBy>
  <cp:revision>1</cp:revision>
  <dcterms:created xsi:type="dcterms:W3CDTF">2026-02-27T08:00:39Z</dcterms:created>
  <dcterms:modified xsi:type="dcterms:W3CDTF">2026-02-27T09:51:16Z</dcterms:modified>
</cp:coreProperties>
</file>